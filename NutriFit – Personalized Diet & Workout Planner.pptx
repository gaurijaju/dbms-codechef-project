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NutriFit is a full-stack web app that generates diet and workout plans and tracks daily progress. Presented by Gauri Jaju and Shravani Birdawade.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NutriFit combines six features. The planner is rule-based: it uses predefined conditions and data, not a trained machine-learning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 items are the core web stack; orange items are supporting tools. The current implementation persists to a JSON file, not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the user enters information in React; the API client sends a request; Express routes it to a service that calculates or generates; the database module reads or writes the JSON file; the response goes back and React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useState stores changing values, useEffect runs side effects such as loading data, and event handlers respond to clicks. Other components include RecipeModal and Navbar.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CORS (Cross-Origin Resource Sharing) matters because Vite and Express run on different ports. Middleware is a function that runs during request processing, such as JSON parsing.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BMR is energy used at rest. TDEE scales BMR by activity. The 1,200 kcal minimum is a software rule, not a universal dietary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BMR 10×70 + 6.25×175 − 5×21 + 5 ≈ 1,694. Times 1.55 ≈ 2,626. Fat loss subtracts 500, giving about 2,126 kcal. Macros at 28/47/25 give about 149 g, 250 g and 59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recipe has an ID, title, meal type, calories, macros, ingredients, dietary tags and instructions. The grocery service groups ingredients by category but does not yet merge duplicate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workout service uses a predefined exercise library. The frontend WorkoutPlanner also shows exercise details and a rest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module uses Node.js filesystem operations and creates default state if no usable store exists. It exposes methods for profiles, meal plans, workout plans, daily logs, weight logs and grocery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worth doing: review the health-related advice and clearly communicate the limits of the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React and TypeScript build the interface, the API client talks to Express, services calculate metrics and generate plans, and a JSON file persists state.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 project · Full-stack web app NutriFit Personalized Diet &amp; Workout Planner Submitted by Gauri Jaju &amp; Shravani Birdawade React · TypeScript · Node · Expres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01 · Overview Everything a fitness plan needs, in one app  Fitness profile Collects user details and goals.  Diet planner Seven-day meal plan from a recipe library.  Workout planner Weekly schedule from an exercise library.  Daily tracker Nutrition, water, workouts and notes.  Progress charts Weight and nutrition trends.  Grocery list Ingredients from the meal plan, with a checklist. NutriFit · rule-based, not machine learning 0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02 · Technology The technology stack React Reusable components for the interface. TypeScript Types for values and data structures. Node.js Runs JavaScript on the server. Express HTTP routes and middleware. JSON file State saved in server/data/store.json. Vite Frontend dev server and build. npm Installs packages, runs scripts. Recharts Charts in the frontend. Storage is a JSON file, so no PostgreSQL setup is needed. NutriFit · Gauri Jaju &amp; Shravani Birdawade 0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03 · Architecture How a request travels through the app 01 React UI User input and screen updates. 02 API client Sends HTTP requests. 03 Express routes Read the request, call a service. 04 Services Metrics, meal and workout plans. 05 JSON store Saves state to store.json. The backend then returns JSON, and React re-renders the screen with the new data. Frontend = what the user sees Backend = logic and requests Storage = saved data NutriFit · Gauri Jaju &amp; Shravani Birdawade 0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04 · Frontend React and TypeScript interface App.tsx, the coordinator Holds shared state, loads initial data with Promise.all(), and passes data and handlers to child components. profile metrics mealPlan workoutPlan todayLog weightLogs groceryItems activeTab Handlers save the profile, swap meals, regenerate plans, log water and weight, and toggle grocery items. Main components OnboardingModal · profile wizard DashboardOverview · metrics and targets MealPlanner · weekly meals and swaps WorkoutPlanner · routine and rest timer DailyTracker · calories, water, notes ProgressCharts · weight and nutrition GroceryList · categorized checklist NutriFit · Gauri Jaju &amp; Shravani Birdawade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05 · Backend Node.js and Express API Server startup in index.ts Load environment variables with dotenv Create the Express app Enable CORS for the browser frontend Parse JSON request bodies Add logging and a health endpoint Mount API routes under /api Register error handling, then listen (port 5000) Routes in api.routes.ts Each route maps an HTTP request to a service or storage method. Profiles &amp; metrics Meals &amp; swaps Workouts Daily logs Weight history Groceries Recipes &amp; exercises GET requests information. POST submits data. res.json() sends the reply. NutriFit · Gauri Jaju &amp; Shravani Birdawade 0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06 · Calculation engine Four formulas drive every plan BMR · Mifflin–St Jeor Male: 10×kg + 6.25×cm − 5×age + 5 Female: 10×kg + 6.25×cm − 5×age − 161 TDEE = BMR × activity Sedentary 1.2 · Light 1.375 · Moderate 1.55 · Active 1.725 · Very active 1.9 Target calories Fat loss: subtract the smaller of 500 kcal or 20% of TDEE. Muscle gain +350. Athletic +150. Maintenance +0. Floor of 1,200 kcal/day. Macros (standard diet) Protein 28%, carbs 47%, fat 25% of calories. Protein and carbs give 4 kcal/g, fat gives 9 kcal/g. Also computed: BMI = kg ÷ m², water = 35 ml/kg plus an activity bonus, and a target timeline at 0.5 kg per week. All are estimates, not medical measurements. NutriFit · Gauri Jaju &amp; Shravani Birdawade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07 · Worked example From profile to daily calorie target Hypothetical user: male, 21 years, 70 kg, 175 cm, moderate activity, fat-loss goal. 1,694 BMR, kcal/day 2,626 TDEE, × 1.55 2,126 Target, TDEE − 500 22.9 BMI, 70 ÷ 1.75² 149 g protein 250 g carbs 59 g fat Estimates only, not medical advice 0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08 · Diet planner A seven-day plan from a recipe library 1 Filter recipes by diet preference and meal type 2 Pick breakfast, lunch, dinner and snack for 7 days 3 Total the nutrition, save the plan, return it 4 Swap any meal and totals are recalculated Sample recipe from seed data High-Protein Sprouted Moong &amp; Kala Chana Chaat breakfast · 340 kcal protein 22 g · carbs 48 g · fat 6 g Tags: vegetarian, vegan, high protein Limitation: meals are summed, not optimized, so daily totals can differ from the calorie target. NutriFit · Gauri Jaju &amp; Shravani Birdawade 0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09 · Workout planner A weekly schedule built from training frequency Training days Schedule style Up to 3 Full-body 4 Upper / lower split 5 to 6 Push / pull / legs Exercises are filtered by Workout location and equipment Fitness level Muscle group Sets, reps and rest periods adjust to the fitness level. Rule-based schedule generation, not machine learning. NutriFit · Gauri Jaju &amp; Shravani Birdawade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10 · Storage JSON file storage in store.json Update state in memory Write a temporary file Rename to store.json Strengths No database setup Easy to read and debug Temp-file rename avoids half-written files Limits No relational constraints or transactions Needs more design for concurrent users Not PostgreSQL, despite broader README wording NutriFit · Gauri Jaju &amp; Shravani Birdawade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11 · Next steps Limitations and future improvements 01 Smarter meals Match daily calories and macros to targets. 02 Merged groceries Add up duplicate ingredients in compatible units. 03 Validation Check all profile and request data on the backend. 04 Real database Migrate from JSON to SQLite or PostgreSQL. 05 Authentication Isolate each user's data for multi- user use. 06 Automated tests Cover formulas, meal swaps, workouts and storage. NutriFit · Gauri Jaju &amp; Shravani Birdawade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 12 · Summary A full-stack, rule-based diet and workout planner State management REST API Backend services Data persistence Thank you Gauri Jaju &amp; Shravani Birdawade Calorie, BMI, hydration and timeline results are estimates, not medical advice.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NutriFit – Personalized Diet &amp; Workout Planner</dc:title>
  <dc:subject/>
  <dc:creator/>
  <cp:lastModifiedBy/>
  <cp:revision>1</cp:revision>
  <dcterms:created xsi:type="dcterms:W3CDTF">2026-10-15T06:48:41Z</dcterms:created>
  <dcterms:modified xsi:type="dcterms:W3CDTF">2026-10-15T06:48:41Z</dcterms:modified>
</cp:coreProperties>
</file>